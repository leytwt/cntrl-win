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Создано автоматически | 28.04.2026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jjfiodis9ifds: 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Обзор темы jjfiodis9ifds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Цели и задачи презентации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Краткое содержание основных разделов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jjfiodis9ifds: Основные аспекты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Анализ ключевых элементов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Описание методологий и подходов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Примеры успешных практик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jjfiodis9ifds: Проблемы и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Идентификация основных проблем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Предлагаемые решения и рекомендации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Примеры реализации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jjfiodis9ifds: Перспективы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Прогнозирование будущих тенденций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Возможные направления развития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Оценка потенциальных рисков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jjfiodis9ifds: 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Подведение итогов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Обобщение ключевых моментов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Призыв к дальнейшим действиям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ваши вопросы</a:t>
            </a:r>
          </a:p>
          <a:p/>
          <a:p>
            <a:r>
              <a:t>Презентация создана с помощью AI Presentation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