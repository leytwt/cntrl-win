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6366F1"/>
                </a:solidFill>
              </a:defRPr>
            </a:pPr>
            <a:r>
              <a:t>AI Generated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Создано автоматически | 28.04.2026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Приветствие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Добро пожаловать в презентацию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Сегодня мы рассмотрим тему 'Привет'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Надеемся, что информация будет полезной и интересной.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Что такое презентации?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Презентация — это способ подачи информации с помощью слайдов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Обычно используется для демонстрации идей, проектов, данных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Может быть создана с использованием различных программ, таких как PowerPoint, Google Slides.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Зачем нужны презентации?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Презентации помогают наглядно и структурированно представлять информацию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Улучшают понимание и запоминание материала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Позволяют визуально поддерживать выступление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Эффективны для обучения, бизнес-встреч, докладов.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Как создавать презентации?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Выберите тему и определите основные пункты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Подготовьте содержимое каждого слайда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Используйте визуальные элементы, такие как изображения, графики, диаграммы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Следите за стилем и дизайном, чтобы презентация выглядела профессионально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Проверьте и отредактируйте презентацию перед показом.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Презентации — мощный инструмент для передачи информации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Они помогают сделать выступление более убедительным и интересным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Не забывайте о важности структуры и дизайна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Спасибо за внимание!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Спасибо за внимание!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Готовы ответить на ваши вопросы</a:t>
            </a:r>
          </a:p>
          <a:p/>
          <a:p>
            <a:r>
              <a:t>Презентация создана с помощью AI Presentation Generator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