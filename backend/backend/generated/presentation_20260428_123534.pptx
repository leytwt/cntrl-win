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AI 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Создано автоматически | 28.04.2026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Приветствие аудитории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Обзор темы презентации — разработка сервисов ИИ молодежью на хакатоне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Цели и задачи презентации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Значимость ИИ для молодежи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Обзор текущих трендов в области 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Почему молодежь должна интересоваться 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Преимущества участия в хакатонах по 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Организация хакатона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Структура и формат проведения хакатона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Роль организаторов и менторов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Условия участия и требования к командам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Проекты участников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Примеры успешных проектов прошлых хакатонов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Описание типичных задач и решений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Какие технологии и инструменты используются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Поддержка и ресурсы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Какие ресурсы предоставляются участникам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Поддержка от компаний и университетов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Возможности для дальнейшего развития проектов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Преимущества участия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Приобретение практических навыков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Расширение профессиональных контактов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Возможность получения наград и грантов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Подведение итогов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Призыв к участию в хакатоне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Контактная информация для дальнейших вопросов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Вопросы и обсуждение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Приглашение задавать вопросы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Ответы на вопросы аудитории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Обсуждение возможных направлений развития 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Готовы ответить на ваши вопросы</a:t>
            </a:r>
          </a:p>
          <a:p/>
          <a:p>
            <a:r>
              <a:t>Презентация создана с помощью AI Presentation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