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6366F1"/>
                </a:solidFill>
              </a:defRPr>
            </a:pPr>
            <a:r>
              <a:t>AI Generated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Создано автоматически | 28.04.2026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Введение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Обзор жизни и творчества А.С. Пушкина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Значение Пушкина в русской литературе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Ранние годы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Родился 26 мая 1799 года в Москве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Происхождение и семейные корни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Образование в Царскосельском лицее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Первые произведения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Начал писать стихи в лицее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Публикация первых стихов в журнале "Вестник Европы"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Создание "Руслана и Людмилы"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Экзиль и южные поездки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Экзиль в Михайловское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Поездки на Юг России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Влияние южных путешествий на творчество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Пушкин в Петербурге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Возвращение в Петербург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Участие в литературных кружках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Создание "Евгения Онегина"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Политическая деятельность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Вовлечение в политические круги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Соответствие с декабристами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Отношение к власти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Личная жизнь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Брак с Натальей Николаевной Гончаровой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Рождение детей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Семейные отношения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Творческие достижения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Основные произведения: "Евгений Онегин", "Капитанская дочка", "Медный всадник"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Вклад в развитие русского языка и литературы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Последние годы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Проблемы с цензурой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Дуэль с Жоржем Дантесом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Смерть 10 февраля 1837 года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Наследие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Влияние на последующие поколения писателей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Музеи и памятники Пушкина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Празднование юбилеев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Спасибо за внимание!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Готовы ответить на ваши вопросы</a:t>
            </a:r>
          </a:p>
          <a:p/>
          <a:p>
            <a:r>
              <a:t>Презентация создана с помощью AI Presentation Generator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