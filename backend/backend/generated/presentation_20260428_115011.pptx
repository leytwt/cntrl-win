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Презентация посвящена теме ujhfdshfduhsdu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Цель: предоставить профессиональную и формальную информацию по заданной теме.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Основные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Определение ujhfdshfduhsdu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Ключевые аспекты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Важные термины и их значения.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Анализ и обзор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существующих данных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Методы анализа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Результаты исследований.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Применение и 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Практическое применение ujhfdshfduhsdu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Перспективы развития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Возможные направления дальнейших исследований.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Подведение итогов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Основные выводы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Рекомендации для дальнейшей работы.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