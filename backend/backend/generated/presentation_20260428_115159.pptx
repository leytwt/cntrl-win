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AI Generated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Создано автоматически | 28.04.2026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Презентация посвящена теме ujhfdshfduhsdu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Цель: предоставить профессиональную и формальную информацию по заданной теме.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Основные понятия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Определение ключевых терминов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Обзор основных концепций.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Исторический контекст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Краткий исторический обзор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Важные события и этапы развития.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Актуальные проблемы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Анализ текущих проблем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Возможные пути решения.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Методы и подходы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Описание методов и подходов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Преимущества и недостатки.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Примеры и кейсы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Реальные примеры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Анализ успешных кейсов.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Подведение итогов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Основные выводы.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Вопросы и обсуждение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Приглашение к обсуждению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Ответы на вопросы аудитории.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Готовы ответить на ваши вопросы</a:t>
            </a:r>
          </a:p>
          <a:p/>
          <a:p>
            <a:r>
              <a:t>Презентация создана с помощью AI Presentation Generator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