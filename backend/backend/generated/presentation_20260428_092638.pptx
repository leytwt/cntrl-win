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6366F1"/>
                </a:solidFill>
              </a:defRPr>
            </a:pPr>
            <a:r>
              <a:t>AI Generated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Создано автоматически | 28.04.2026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Введение в тему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Презентация на основе документа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Количество слайдов: 5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Стиль: professional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Тон: formal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Что такое 5-6 или 7-8 так называемых презентаций?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Это метод создания презентаций, который предполагает использование ограниченного числа слайдов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5-6 слайдов для кратких и лаконичных презентаций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7-8 слайдов для более подробных и детализированных презентаций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Зачем это нужно?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Позволяет сосредоточиться на ключевых моментах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Обеспечивает четкость и понятность информации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Сокращает время подготовки и проведения презентации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Повышает внимание аудитории к основным идеям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Как это делать?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Определите основные темы и идеи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Создайте структуру презентации с 5-6 или 7-8 слайдами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Используйте краткие и информативные заголовки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Добавьте ключевые пункты и визуальные элементы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Протестируйте презентацию перед аудиторией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Метод 5-6 или 7-8 слайдов помогает создать эффективные и профессиональные презентации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Соблюдайте формальный тон и профессиональный стиль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Фокусируйтесь на главных аспектах и избегайте лишних деталей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Спасибо за внимание!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Готовы ответить на ваши вопросы</a:t>
            </a:r>
          </a:p>
          <a:p/>
          <a:p>
            <a:r>
              <a:t>Презентация создана с помощью AI Presentation Generator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